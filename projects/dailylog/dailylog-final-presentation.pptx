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DailyLog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하루를 기록하고 내일의 행동을 추천하는 AI 회고 서비스</a:t>
            </a:r>
          </a:p>
          <a:p>
            <a:r>
              <a:t>SSAFY 특화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인식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여러분은 이런 경험 있으신가요?</a:t>
            </a:r>
          </a:p>
          <a:p/>
          <a:p>
            <a:r>
              <a:t>- 일기를 쓰다가 며칠 만에 포기한 경험</a:t>
            </a:r>
          </a:p>
          <a:p>
            <a:r>
              <a:t>- 하루를 돌아보고 싶지만 기록이 귀찮았던 경험</a:t>
            </a:r>
          </a:p>
          <a:p>
            <a:r>
              <a:t>- 기록을 남겨도 다시 보지 않는 경험</a:t>
            </a:r>
          </a:p>
          <a:p/>
          <a:p>
            <a:r>
              <a:t>[이미지 배치: 기록 실패 / 고민하는 사람]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기록은 많지만 성찰과 행동으로 이어지지 않는다</a:t>
            </a:r>
          </a:p>
          <a:p/>
          <a:p>
            <a:r>
              <a:t>- 기록 지속성 부족</a:t>
            </a:r>
          </a:p>
          <a:p>
            <a:r>
              <a:t>- 기록 구조 부족</a:t>
            </a:r>
          </a:p>
          <a:p>
            <a:r>
              <a:t>- 행동 연결 부재</a:t>
            </a:r>
          </a:p>
          <a:p/>
          <a:p>
            <a:r>
              <a:t>[그래프 또는 단절된 인포그래픽 배치]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원인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기존 일기 서비스의 한계</a:t>
            </a:r>
          </a:p>
          <a:p/>
          <a:p>
            <a:r>
              <a:t>1. 기록이 번거롭다</a:t>
            </a:r>
          </a:p>
          <a:p>
            <a:r>
              <a:t>2. 기록은 있지만 분석이 없다</a:t>
            </a:r>
          </a:p>
          <a:p>
            <a:r>
              <a:t>3. 기록이 다음 행동으로 이어지지 않는다</a:t>
            </a:r>
          </a:p>
          <a:p/>
          <a:p>
            <a:r>
              <a:t>[아이콘 3개 시각화]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서비스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DailyLog</a:t>
            </a:r>
          </a:p>
          <a:p/>
          <a:p>
            <a:r>
              <a:t>하루를 기록하고 내일의 행동을 추천하는 AI 회고 서비스</a:t>
            </a:r>
          </a:p>
          <a:p/>
          <a:p>
            <a:r>
              <a:t>#대화기반기록  #AI분석  #행동추천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서비스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DailyLog 작동 방식 (사용자 경험)</a:t>
            </a:r>
          </a:p>
          <a:p/>
          <a:p>
            <a:r>
              <a:t>대화 기반 기록</a:t>
            </a:r>
          </a:p>
          <a:p>
            <a:r>
              <a:t>↓</a:t>
            </a:r>
          </a:p>
          <a:p>
            <a:r>
              <a:t>AI 감정 분석</a:t>
            </a:r>
          </a:p>
          <a:p>
            <a:r>
              <a:t>↓</a:t>
            </a:r>
          </a:p>
          <a:p>
            <a:r>
              <a:t>하루 요약 생성</a:t>
            </a:r>
          </a:p>
          <a:p>
            <a:r>
              <a:t>↓</a:t>
            </a:r>
          </a:p>
          <a:p>
            <a:r>
              <a:t>다음 행동 추천</a:t>
            </a:r>
          </a:p>
          <a:p/>
          <a:p>
            <a:r>
              <a:t>[흐름 다이어그램으로 표현]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유사 서비스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단순 기록 서비스가 아니라 AI 기반 회고 서비스</a:t>
            </a:r>
          </a:p>
          <a:p/>
          <a:p>
            <a:r>
              <a:t>서비스 | AI 분석 | 행동 추천 | 회고 기능</a:t>
            </a:r>
          </a:p>
          <a:p>
            <a:r>
              <a:t>Day One | X | X | O</a:t>
            </a:r>
          </a:p>
          <a:p>
            <a:r>
              <a:t>Journey | X | X | O</a:t>
            </a:r>
          </a:p>
          <a:p>
            <a:r>
              <a:t>Notion Journal | X | X | O</a:t>
            </a:r>
          </a:p>
          <a:p>
            <a:r>
              <a:t>DailyLog | O | O | 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핵심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DailyLog 핵심 기능</a:t>
            </a:r>
          </a:p>
          <a:p/>
          <a:p>
            <a:r>
              <a:t>1. AI 대화 기반 일기 작성</a:t>
            </a:r>
          </a:p>
          <a:p>
            <a:r>
              <a:t>2. 감정 및 이벤트 분석</a:t>
            </a:r>
          </a:p>
          <a:p>
            <a:r>
              <a:t>3. 다음 행동 추천</a:t>
            </a:r>
          </a:p>
          <a:p/>
          <a:p>
            <a:r>
              <a:t>[기능별 아이콘 3개 시각화]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기능 설명 1: AI 대화 기반 일기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사용자는 질문에 답하는 방식으로 편하게 하루 기록</a:t>
            </a:r>
          </a:p>
          <a:p/>
          <a:p>
            <a:r>
              <a:t>예시 질문:</a:t>
            </a:r>
          </a:p>
          <a:p>
            <a:r>
              <a:t>- 오늘 가장 기억에 남는 일은 무엇인가요?</a:t>
            </a:r>
          </a:p>
          <a:p>
            <a:r>
              <a:t>- 오늘 기분은 어땠나요?</a:t>
            </a:r>
          </a:p>
          <a:p/>
          <a:p>
            <a:r>
              <a:t>[채팅 UI 스타일 이미지 목업 배치]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기능 설명 2: 감정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AI가 대화 내용을 분석하여 의미 도출</a:t>
            </a:r>
          </a:p>
          <a:p/>
          <a:p>
            <a:r>
              <a:t>- 주요 이벤트 추출</a:t>
            </a:r>
          </a:p>
          <a:p>
            <a:r>
              <a:t>- 감정 분석</a:t>
            </a:r>
          </a:p>
          <a:p>
            <a:r>
              <a:t>- 하루 요약 생성</a:t>
            </a:r>
          </a:p>
          <a:p/>
          <a:p>
            <a:r>
              <a:t>[데이터 추출 및 감정 그래프 시각화]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기능 설명 3: 행동 추천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회고 결과 기반 맞춤 제안</a:t>
            </a:r>
          </a:p>
          <a:p/>
          <a:p>
            <a:r>
              <a:t>- 다음 행동 추천</a:t>
            </a:r>
          </a:p>
          <a:p>
            <a:r>
              <a:t>- 시간 블록(Time Blocking) 제안</a:t>
            </a:r>
          </a:p>
          <a:p>
            <a:r>
              <a:t>- 사용자 행동 변화 유도</a:t>
            </a:r>
          </a:p>
          <a:p/>
          <a:p>
            <a:r>
              <a:t>[캘린더/스케줄러 UI 그래픽 배치]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대화 데이터 기반 AI 분석 구조</a:t>
            </a:r>
          </a:p>
          <a:p/>
          <a:p>
            <a:r>
              <a:t>Client</a:t>
            </a:r>
          </a:p>
          <a:p>
            <a:r>
              <a:t>↓</a:t>
            </a:r>
          </a:p>
          <a:p>
            <a:r>
              <a:t>API Server</a:t>
            </a:r>
          </a:p>
          <a:p>
            <a:r>
              <a:t>↓</a:t>
            </a:r>
          </a:p>
          <a:p>
            <a:r>
              <a:t>AI Processing (LLM / NLP)</a:t>
            </a:r>
          </a:p>
          <a:p>
            <a:r>
              <a:t>↓</a:t>
            </a:r>
          </a:p>
          <a:p>
            <a:r>
              <a:t>Database</a:t>
            </a:r>
          </a:p>
          <a:p/>
          <a:p>
            <a:r>
              <a:t>[각 스택별 로고를 활용한 구조도 배치]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DailyLog를 통해 얻는 가치</a:t>
            </a:r>
          </a:p>
          <a:p/>
          <a:p>
            <a:r>
              <a:t>- 회고 습관 형성</a:t>
            </a:r>
          </a:p>
          <a:p>
            <a:r>
              <a:t>- 개인 생산성 향상</a:t>
            </a:r>
          </a:p>
          <a:p>
            <a:r>
              <a:t>- 감정 기반 자기 이해</a:t>
            </a:r>
          </a:p>
          <a:p>
            <a:r>
              <a:t>- 행동 중심 성장</a:t>
            </a:r>
          </a:p>
          <a:p/>
          <a:p>
            <a:r>
              <a:t>[긍정적인 톤의 아이콘 4개 활용]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팀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N6M1</a:t>
            </a:r>
          </a:p>
          <a:p/>
          <a:p>
            <a:r>
              <a:t>- Frontend: 2명</a:t>
            </a:r>
          </a:p>
          <a:p>
            <a:r>
              <a:t>- Backend: 3명</a:t>
            </a:r>
          </a:p>
          <a:p>
            <a:r>
              <a:t>- AI: 1명</a:t>
            </a:r>
          </a:p>
          <a:p/>
          <a:p>
            <a:r>
              <a:t>[팀원 사진 및 역할 삽입 공간]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  <a:p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